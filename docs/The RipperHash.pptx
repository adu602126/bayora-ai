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8465576" y="-8453676"/>
            <a:ext cx="1356851" cy="1828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5"/>
            <a:ext cx="6532501" cy="50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057741" cy="64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The image depicts the Bayora platform, a secure testing infrastructure for AI safety, featuring a team of Red and Blue teams, including roles like Data Poisoning, Exploits, and Validation, with a focus on secure, cryptographically auditable testing against adversarial attacks.&#10;&#10;AI-generated content may be incorrect.">
            <a:extLst>
              <a:ext uri="{FF2B5EF4-FFF2-40B4-BE49-F238E27FC236}">
                <a16:creationId xmlns:a16="http://schemas.microsoft.com/office/drawing/2014/main" id="{5F60E96A-9CE1-F898-EE0F-FBAC622197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64776"/>
            <a:ext cx="18284025" cy="89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The image illustrates a complex cybersecurity issue where a dual-team environment, Red and Blue, shares a compromised kernel, leading to issues like shared secrets, persistent cache states, and kernel overruns, ultimately risking container escape and DoS attacks.&#10;&#10;AI-generated content may be incorrect.">
            <a:extLst>
              <a:ext uri="{FF2B5EF4-FFF2-40B4-BE49-F238E27FC236}">
                <a16:creationId xmlns:a16="http://schemas.microsoft.com/office/drawing/2014/main" id="{9621BABA-F977-1EFA-942E-9394C741F9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5517"/>
            <a:ext cx="182880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Bayora is a secure AI platform for zero-trust, multi-tenant testing, ensuring no data leakage or cross-tenant bleed.&#10;&#10;AI-generated content may be incorrect.">
            <a:extLst>
              <a:ext uri="{FF2B5EF4-FFF2-40B4-BE49-F238E27FC236}">
                <a16:creationId xmlns:a16="http://schemas.microsoft.com/office/drawing/2014/main" id="{62D3EEC2-3B38-C7C4-C2C7-09B4BA1565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5517"/>
            <a:ext cx="182880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3418426" y="5202603"/>
            <a:ext cx="11463740" cy="46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22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Bayora is a secure, multi-layered architecture involving hardened tech stack, data flow, APIs, and isolation, with a verification process involving red and blue team collaboration, network isolation, and resource governance.&#10;&#10;AI-generated content may be incorrect.">
            <a:extLst>
              <a:ext uri="{FF2B5EF4-FFF2-40B4-BE49-F238E27FC236}">
                <a16:creationId xmlns:a16="http://schemas.microsoft.com/office/drawing/2014/main" id="{163AABCE-8059-DA7D-7D1E-09996069A6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5517"/>
            <a:ext cx="182880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The image depicts a Bayora Safer Models dashboard, detailing various aspects of market research and analysis for adversarial AI safety, including target users, market size, revenue models, and growth opportunities.&#10;&#10;AI-generated content may be incorrect.">
            <a:extLst>
              <a:ext uri="{FF2B5EF4-FFF2-40B4-BE49-F238E27FC236}">
                <a16:creationId xmlns:a16="http://schemas.microsoft.com/office/drawing/2014/main" id="{8C3409B6-EDEB-C26B-9ABA-92261AD96E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5517"/>
            <a:ext cx="182880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2123170" y="5131388"/>
            <a:ext cx="10521525" cy="43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Bayora's Bay 2.0 features enhanced AI model and active defense mechanisms, including dynamic SLM guardrails, automated multi-turn adversarial mutators, and integration with SIEM for real-time threat detection and response.&#10;&#10;AI-generated content may be incorrect.">
            <a:extLst>
              <a:ext uri="{FF2B5EF4-FFF2-40B4-BE49-F238E27FC236}">
                <a16:creationId xmlns:a16="http://schemas.microsoft.com/office/drawing/2014/main" id="{51915F16-B81A-EE80-4E55-95AA45F0B2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05517"/>
            <a:ext cx="18288000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3113484" y="4712288"/>
            <a:ext cx="10521525" cy="43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The image depicts a comprehensive comparison of Bayora's security features, including empirical benchmarks, threat model guarantees, and various security measures such as network leakage prevention, timing variance mitigation, and audit verification, all within a detailed tabular format.&#10;&#10;AI-generated content may be incorrect.">
            <a:extLst>
              <a:ext uri="{FF2B5EF4-FFF2-40B4-BE49-F238E27FC236}">
                <a16:creationId xmlns:a16="http://schemas.microsoft.com/office/drawing/2014/main" id="{197AC324-7F77-7C73-62A8-58DAD251C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205517"/>
            <a:ext cx="18287999" cy="90814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l="38928" r="16455"/>
          <a:stretch/>
        </p:blipFill>
        <p:spPr>
          <a:xfrm rot="-5400000">
            <a:off x="8161316" y="-8149415"/>
            <a:ext cx="2011944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D63D08-8CA8-16C0-EBDA-EC7FADEB7A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019870"/>
            <a:ext cx="18284024" cy="8250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Custom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Das</cp:lastModifiedBy>
  <cp:revision>3</cp:revision>
  <dcterms:modified xsi:type="dcterms:W3CDTF">2026-10-10T15:10:40Z</dcterms:modified>
</cp:coreProperties>
</file>